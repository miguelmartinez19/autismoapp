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azydog" charset="1" panose="00000000000000000000"/>
      <p:regular r:id="rId16"/>
    </p:embeddedFont>
    <p:embeddedFont>
      <p:font typeface="A Day Without Sun Text" charset="1" panose="02000506000000090004"/>
      <p:regular r:id="rId17"/>
    </p:embeddedFont>
    <p:embeddedFont>
      <p:font typeface="A Day Without Sun Text Bold" charset="1" panose="0200050600000009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7.png" Type="http://schemas.openxmlformats.org/officeDocument/2006/relationships/image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www.google.com/search?q=Teor%C3%ADa+de+la+Mente&amp;sca_esv=ee19cbd168e99f6e&amp;rlz=1C1CHBD_esCO1156CO1156&amp;ei=FQDeaJrWLP6EwbkPrJmaiQg&amp;ved=2ahUKEwjymJWq14SQAxVwRDABHUwaNPkQgK4QegQIARAB&amp;uact=5&amp;oq=Autismind+caracteristicas&amp;gs_lp=Egxnd3Mtd2l6LXNlcnAiGUF1dGlzbWluZCBjYXJhY3RlcmlzdGljYXMyBRAhGKABSKklUOcBWLwhcAF4AZABAJgB9QGgAYUWqgEGMC4xNC4yuAEDyAEA-AEBmAIRoALYFsICChAAGLADGNYEGEfCAg0QABiABBiwAxhDGIoFwgIFEAAYgATCAgQQABgewgIGEAAYFhgewgIFEAAY7wXCAggQABiABBiiBJgDAIgGAZAGCpIHBjEuMTQuMqAH3SWyBwYwLjE0LjK4B9EWwgcGMC4xMy40yAcs&amp;sclient=gws-wiz-serp&amp;mstk=AUtExfAVlafObYIZmq3Vhstf8oOlsNk-9nuJmiarhbPwMGNYvWsgAlrPLPt2v0qe5loXVTbn5dSjdGs9XDfyVw-Tjb2rZZUEeJn5R6zqbyiaTNMTswZripdPTz0Tg1VWuDKF0jrGjwkkOYD-aPrPqZe7A6gR8j4-02ALVBjFoD2uSv9vuM6iqga5WnLp1IbUy4jET6tp&amp;csui=3" TargetMode="External" Type="http://schemas.openxmlformats.org/officeDocument/2006/relationships/hyperlink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7041" y="7732054"/>
            <a:ext cx="3204893" cy="320489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96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937591" y="-147426"/>
            <a:ext cx="3204893" cy="320489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6C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62299" y="2743420"/>
            <a:ext cx="14363402" cy="377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80"/>
              </a:lnSpc>
            </a:pPr>
            <a:r>
              <a:rPr lang="en-US" sz="16299">
                <a:solidFill>
                  <a:srgbClr val="333652"/>
                </a:solidFill>
                <a:latin typeface="Lazydog"/>
                <a:ea typeface="Lazydog"/>
                <a:cs typeface="Lazydog"/>
                <a:sym typeface="Lazydog"/>
              </a:rPr>
              <a:t>caja de herramienta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-147426"/>
            <a:ext cx="3204893" cy="32048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D16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473817" y="7978566"/>
            <a:ext cx="3204893" cy="320489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C0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1681915" y="4069741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325701" y="4197375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7" y="0"/>
                </a:lnTo>
                <a:lnTo>
                  <a:pt x="4263897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005440" y="1779243"/>
            <a:ext cx="888627" cy="840156"/>
          </a:xfrm>
          <a:custGeom>
            <a:avLst/>
            <a:gdLst/>
            <a:ahLst/>
            <a:cxnLst/>
            <a:rect r="r" b="b" t="t" l="l"/>
            <a:pathLst>
              <a:path h="840156" w="888627">
                <a:moveTo>
                  <a:pt x="0" y="0"/>
                </a:moveTo>
                <a:lnTo>
                  <a:pt x="888626" y="0"/>
                </a:lnTo>
                <a:lnTo>
                  <a:pt x="888626" y="840156"/>
                </a:lnTo>
                <a:lnTo>
                  <a:pt x="0" y="840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730186" y="8914422"/>
            <a:ext cx="888627" cy="840156"/>
          </a:xfrm>
          <a:custGeom>
            <a:avLst/>
            <a:gdLst/>
            <a:ahLst/>
            <a:cxnLst/>
            <a:rect r="r" b="b" t="t" l="l"/>
            <a:pathLst>
              <a:path h="840156" w="888627">
                <a:moveTo>
                  <a:pt x="0" y="0"/>
                </a:moveTo>
                <a:lnTo>
                  <a:pt x="888627" y="0"/>
                </a:lnTo>
                <a:lnTo>
                  <a:pt x="888627" y="840156"/>
                </a:lnTo>
                <a:lnTo>
                  <a:pt x="0" y="8401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449753" y="8914422"/>
            <a:ext cx="3204893" cy="320489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901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71370" y="-1374811"/>
            <a:ext cx="3204893" cy="320489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72B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873121" y="7921416"/>
            <a:ext cx="4541758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Por: JESSICA PAOLA CASTILLO RODRIGUEZ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CAMILO ALBERTO VARON BENITEZ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EDWAR LEANDRO MOLINA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210458" y="-1948275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78074" y="1836020"/>
            <a:ext cx="9365237" cy="226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7"/>
              </a:lnSpc>
            </a:pPr>
            <a:r>
              <a:rPr lang="en-US" sz="10421">
                <a:solidFill>
                  <a:srgbClr val="333652"/>
                </a:solidFill>
                <a:latin typeface="Lazydog"/>
                <a:ea typeface="Lazydog"/>
                <a:cs typeface="Lazydog"/>
                <a:sym typeface="Lazydog"/>
              </a:rPr>
              <a:t>PROLOQUO2GO</a:t>
            </a:r>
          </a:p>
          <a:p>
            <a:pPr algn="ctr">
              <a:lnSpc>
                <a:spcPts val="833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652691" y="2607134"/>
            <a:ext cx="5689230" cy="5475933"/>
            <a:chOff x="30480" y="591820"/>
            <a:chExt cx="12736830" cy="122593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36830" cy="12259310"/>
            </a:xfrm>
            <a:custGeom>
              <a:avLst/>
              <a:gdLst/>
              <a:ahLst/>
              <a:cxnLst/>
              <a:rect r="r" b="b" t="t" l="l"/>
              <a:pathLst>
                <a:path h="12259310" w="12736830">
                  <a:moveTo>
                    <a:pt x="11925300" y="4271010"/>
                  </a:moveTo>
                  <a:cubicBezTo>
                    <a:pt x="10819130" y="2120900"/>
                    <a:pt x="8590280" y="544830"/>
                    <a:pt x="6215380" y="297180"/>
                  </a:cubicBezTo>
                  <a:cubicBezTo>
                    <a:pt x="4277360" y="0"/>
                    <a:pt x="3002280" y="913130"/>
                    <a:pt x="1960880" y="2170430"/>
                  </a:cubicBezTo>
                  <a:cubicBezTo>
                    <a:pt x="919480" y="3427730"/>
                    <a:pt x="365760" y="5030470"/>
                    <a:pt x="142240" y="6647180"/>
                  </a:cubicBezTo>
                  <a:cubicBezTo>
                    <a:pt x="24130" y="7500620"/>
                    <a:pt x="0" y="8406130"/>
                    <a:pt x="361950" y="9188450"/>
                  </a:cubicBezTo>
                  <a:cubicBezTo>
                    <a:pt x="820420" y="10180320"/>
                    <a:pt x="1822450" y="10811510"/>
                    <a:pt x="2842260" y="11203940"/>
                  </a:cubicBezTo>
                  <a:cubicBezTo>
                    <a:pt x="5585460" y="12259310"/>
                    <a:pt x="8953501" y="11850370"/>
                    <a:pt x="11088370" y="9828530"/>
                  </a:cubicBezTo>
                  <a:cubicBezTo>
                    <a:pt x="11756390" y="9196070"/>
                    <a:pt x="12303760" y="8403590"/>
                    <a:pt x="12499340" y="7504430"/>
                  </a:cubicBezTo>
                  <a:cubicBezTo>
                    <a:pt x="12736830" y="6413500"/>
                    <a:pt x="12435840" y="5264150"/>
                    <a:pt x="11925300" y="4271010"/>
                  </a:cubicBezTo>
                  <a:close/>
                </a:path>
              </a:pathLst>
            </a:custGeom>
            <a:blipFill>
              <a:blip r:embed="rId3"/>
              <a:stretch>
                <a:fillRect l="0" t="-4297" r="0" b="-429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true" flipV="false" rot="8642150">
            <a:off x="8038070" y="6424535"/>
            <a:ext cx="3879296" cy="3010250"/>
          </a:xfrm>
          <a:custGeom>
            <a:avLst/>
            <a:gdLst/>
            <a:ahLst/>
            <a:cxnLst/>
            <a:rect r="r" b="b" t="t" l="l"/>
            <a:pathLst>
              <a:path h="3010250" w="3879296">
                <a:moveTo>
                  <a:pt x="3879296" y="0"/>
                </a:moveTo>
                <a:lnTo>
                  <a:pt x="0" y="0"/>
                </a:lnTo>
                <a:lnTo>
                  <a:pt x="0" y="3010250"/>
                </a:lnTo>
                <a:lnTo>
                  <a:pt x="3879296" y="3010250"/>
                </a:lnTo>
                <a:lnTo>
                  <a:pt x="38792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-147426"/>
            <a:ext cx="3204893" cy="32048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D16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789447" y="1849815"/>
            <a:ext cx="888627" cy="840156"/>
          </a:xfrm>
          <a:custGeom>
            <a:avLst/>
            <a:gdLst/>
            <a:ahLst/>
            <a:cxnLst/>
            <a:rect r="r" b="b" t="t" l="l"/>
            <a:pathLst>
              <a:path h="840156" w="888627">
                <a:moveTo>
                  <a:pt x="0" y="0"/>
                </a:moveTo>
                <a:lnTo>
                  <a:pt x="888627" y="0"/>
                </a:lnTo>
                <a:lnTo>
                  <a:pt x="888627" y="840156"/>
                </a:lnTo>
                <a:lnTo>
                  <a:pt x="0" y="840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4603">
            <a:off x="4184227" y="-1635914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845940" y="-960282"/>
            <a:ext cx="3204893" cy="320489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C0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59026" y="8445591"/>
            <a:ext cx="3204893" cy="320489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B6F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1211" y="7655854"/>
            <a:ext cx="3204893" cy="320489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B07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373658" y="3219391"/>
            <a:ext cx="8277966" cy="464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Es</a:t>
            </a: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una aplicación de Comunicación Aumentativa y Alternativa (CAA) para dispositivos iOS que ofrece una voz a las personas con dificultades para hablar, permitiéndoles comunicarse a través de símbolos, imágenes y texto.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8466176">
            <a:off x="4815396" y="6161880"/>
            <a:ext cx="1365274" cy="385690"/>
          </a:xfrm>
          <a:custGeom>
            <a:avLst/>
            <a:gdLst/>
            <a:ahLst/>
            <a:cxnLst/>
            <a:rect r="r" b="b" t="t" l="l"/>
            <a:pathLst>
              <a:path h="385690" w="1365274">
                <a:moveTo>
                  <a:pt x="1365273" y="0"/>
                </a:moveTo>
                <a:lnTo>
                  <a:pt x="0" y="0"/>
                </a:lnTo>
                <a:lnTo>
                  <a:pt x="0" y="385690"/>
                </a:lnTo>
                <a:lnTo>
                  <a:pt x="1365273" y="385690"/>
                </a:lnTo>
                <a:lnTo>
                  <a:pt x="136527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466176">
            <a:off x="12389657" y="6253231"/>
            <a:ext cx="1365274" cy="385690"/>
          </a:xfrm>
          <a:custGeom>
            <a:avLst/>
            <a:gdLst/>
            <a:ahLst/>
            <a:cxnLst/>
            <a:rect r="r" b="b" t="t" l="l"/>
            <a:pathLst>
              <a:path h="385690" w="1365274">
                <a:moveTo>
                  <a:pt x="1365273" y="0"/>
                </a:moveTo>
                <a:lnTo>
                  <a:pt x="0" y="0"/>
                </a:lnTo>
                <a:lnTo>
                  <a:pt x="0" y="385690"/>
                </a:lnTo>
                <a:lnTo>
                  <a:pt x="1365273" y="385690"/>
                </a:lnTo>
                <a:lnTo>
                  <a:pt x="136527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640708">
            <a:off x="8281337" y="6646745"/>
            <a:ext cx="1365274" cy="385690"/>
          </a:xfrm>
          <a:custGeom>
            <a:avLst/>
            <a:gdLst/>
            <a:ahLst/>
            <a:cxnLst/>
            <a:rect r="r" b="b" t="t" l="l"/>
            <a:pathLst>
              <a:path h="385690" w="1365274">
                <a:moveTo>
                  <a:pt x="0" y="0"/>
                </a:moveTo>
                <a:lnTo>
                  <a:pt x="1365274" y="0"/>
                </a:lnTo>
                <a:lnTo>
                  <a:pt x="1365274" y="385690"/>
                </a:lnTo>
                <a:lnTo>
                  <a:pt x="0" y="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61381" y="1409700"/>
            <a:ext cx="9365237" cy="120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7"/>
              </a:lnSpc>
            </a:pPr>
            <a:r>
              <a:rPr lang="en-US" sz="10421">
                <a:solidFill>
                  <a:srgbClr val="333652"/>
                </a:solidFill>
                <a:latin typeface="Lazydog"/>
                <a:ea typeface="Lazydog"/>
                <a:cs typeface="Lazydog"/>
                <a:sym typeface="Lazydog"/>
              </a:rPr>
              <a:t>METODOLOGÍA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47303" y="3167612"/>
            <a:ext cx="2486882" cy="24868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90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58299" y="3475919"/>
            <a:ext cx="2664890" cy="1870268"/>
          </a:xfrm>
          <a:custGeom>
            <a:avLst/>
            <a:gdLst/>
            <a:ahLst/>
            <a:cxnLst/>
            <a:rect r="r" b="b" t="t" l="l"/>
            <a:pathLst>
              <a:path h="1870268" w="2664890">
                <a:moveTo>
                  <a:pt x="0" y="0"/>
                </a:moveTo>
                <a:lnTo>
                  <a:pt x="2664890" y="0"/>
                </a:lnTo>
                <a:lnTo>
                  <a:pt x="2664890" y="1870268"/>
                </a:lnTo>
                <a:lnTo>
                  <a:pt x="0" y="18702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54074" y="3825142"/>
            <a:ext cx="2858356" cy="168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85"/>
              </a:lnSpc>
              <a:spcBef>
                <a:spcPct val="0"/>
              </a:spcBef>
            </a:pPr>
            <a:r>
              <a:rPr lang="en-US" b="true" sz="2185" strike="noStrike" u="none">
                <a:solidFill>
                  <a:srgbClr val="333652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Lorem ipsum dolor sit amet consectetur adipiscing elit, inceptos cum velit luctus dapibus dictumst himenaeos, iaculis primis hendrerit dis placerat varius.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98816" y="6164306"/>
            <a:ext cx="2313613" cy="53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b="true" sz="4506">
                <a:solidFill>
                  <a:srgbClr val="333652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PASO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2782" y="6164306"/>
            <a:ext cx="1975924" cy="53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b="true" sz="4506">
                <a:solidFill>
                  <a:srgbClr val="333652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PASO 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925139" y="8191937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7" y="0"/>
                </a:lnTo>
                <a:lnTo>
                  <a:pt x="4263897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29343" y="-982239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93720" y="1259042"/>
            <a:ext cx="888627" cy="840156"/>
          </a:xfrm>
          <a:custGeom>
            <a:avLst/>
            <a:gdLst/>
            <a:ahLst/>
            <a:cxnLst/>
            <a:rect r="r" b="b" t="t" l="l"/>
            <a:pathLst>
              <a:path h="840156" w="888627">
                <a:moveTo>
                  <a:pt x="0" y="0"/>
                </a:moveTo>
                <a:lnTo>
                  <a:pt x="888627" y="0"/>
                </a:lnTo>
                <a:lnTo>
                  <a:pt x="888627" y="840156"/>
                </a:lnTo>
                <a:lnTo>
                  <a:pt x="0" y="8401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42026" y="324777"/>
            <a:ext cx="12701535" cy="9526151"/>
          </a:xfrm>
          <a:custGeom>
            <a:avLst/>
            <a:gdLst/>
            <a:ahLst/>
            <a:cxnLst/>
            <a:rect r="r" b="b" t="t" l="l"/>
            <a:pathLst>
              <a:path h="9526151" w="12701535">
                <a:moveTo>
                  <a:pt x="0" y="0"/>
                </a:moveTo>
                <a:lnTo>
                  <a:pt x="12701534" y="0"/>
                </a:lnTo>
                <a:lnTo>
                  <a:pt x="12701534" y="9526151"/>
                </a:lnTo>
                <a:lnTo>
                  <a:pt x="0" y="95261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2691" y="2187179"/>
            <a:ext cx="9365237" cy="226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7"/>
              </a:lnSpc>
            </a:pPr>
            <a:r>
              <a:rPr lang="en-US" sz="10421">
                <a:solidFill>
                  <a:srgbClr val="333652"/>
                </a:solidFill>
                <a:latin typeface="Lazydog"/>
                <a:ea typeface="Lazydog"/>
                <a:cs typeface="Lazydog"/>
                <a:sym typeface="Lazydog"/>
              </a:rPr>
              <a:t>AUTISMIND</a:t>
            </a:r>
          </a:p>
          <a:p>
            <a:pPr algn="ctr">
              <a:lnSpc>
                <a:spcPts val="833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592345" y="4626343"/>
            <a:ext cx="11345930" cy="256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</a:t>
            </a: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s una aplicación que tiene como objetivo estimular el pensamiento social y la </a:t>
            </a: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  <a:hlinkClick r:id="rId3" tooltip="https://www.google.com/search?q=Teor%C3%ADa+de+la+Mente&amp;sca_esv=ee19cbd168e99f6e&amp;rlz=1C1CHBD_esCO1156CO1156&amp;ei=FQDeaJrWLP6EwbkPrJmaiQg&amp;ved=2ahUKEwjymJWq14SQAxVwRDABHUwaNPkQgK4QegQIARAB&amp;uact=5&amp;oq=Autismind+caracteristicas&amp;gs_lp=Egxnd3Mtd2l6LXNlcnAiGUF1dGlzbWluZCBjYXJhY3RlcmlzdGljYXMyBRAhGKABSKklUOcBWLwhcAF4AZABAJgB9QGgAYUWqgEGMC4xNC4yuAEDyAEA-AEBmAIRoALYFsICChAAGLADGNYEGEfCAg0QABiABBiwAxhDGIoFwgIFEAAYgATCAgQQABgewgIGEAAYFhgewgIFEAAY7wXCAggQABiABBiiBJgDAIgGAZAGCpIHBjEuMTQuMqAH3SWyBwYwLjE0LjK4B9EWwgcGMC4xMy40yAcs&amp;sclient=gws-wiz-serp&amp;mstk=AUtExfAVlafObYIZmq3Vhstf8oOlsNk-9nuJmiarhbPwMGNYvWsgAlrPLPt2v0qe5loXVTbn5dSjdGs9XDfyVw-Tjb2rZZUEeJn5R6zqbyiaTNMTswZripdPTz0Tg1VWuDKF0jrGjwkkOYD-aPrPqZe7A6gR8j4-02ALVBjFoD2uSv9vuM6iqga5WnLp1IbUy4jET6tp&amp;csui=3"/>
              </a:rPr>
              <a:t>Teoría de la Mente</a:t>
            </a: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en personas con Trastorno del Espectro Autista (TEA) a través de ejercicios y videos interactivos.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4603">
            <a:off x="-1103248" y="5763269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4603">
            <a:off x="13815980" y="-1488488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7" y="0"/>
                </a:lnTo>
                <a:lnTo>
                  <a:pt x="4263897" y="2976976"/>
                </a:lnTo>
                <a:lnTo>
                  <a:pt x="0" y="2976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22522"/>
            <a:ext cx="3912135" cy="3925396"/>
          </a:xfrm>
          <a:custGeom>
            <a:avLst/>
            <a:gdLst/>
            <a:ahLst/>
            <a:cxnLst/>
            <a:rect r="r" b="b" t="t" l="l"/>
            <a:pathLst>
              <a:path h="3925396" w="3912135">
                <a:moveTo>
                  <a:pt x="0" y="0"/>
                </a:moveTo>
                <a:lnTo>
                  <a:pt x="3912135" y="0"/>
                </a:lnTo>
                <a:lnTo>
                  <a:pt x="3912135" y="3925396"/>
                </a:lnTo>
                <a:lnTo>
                  <a:pt x="0" y="39253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74611" y="291459"/>
            <a:ext cx="12938777" cy="9704083"/>
          </a:xfrm>
          <a:custGeom>
            <a:avLst/>
            <a:gdLst/>
            <a:ahLst/>
            <a:cxnLst/>
            <a:rect r="r" b="b" t="t" l="l"/>
            <a:pathLst>
              <a:path h="9704083" w="12938777">
                <a:moveTo>
                  <a:pt x="0" y="0"/>
                </a:moveTo>
                <a:lnTo>
                  <a:pt x="12938778" y="0"/>
                </a:lnTo>
                <a:lnTo>
                  <a:pt x="12938778" y="9704082"/>
                </a:lnTo>
                <a:lnTo>
                  <a:pt x="0" y="9704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7726" y="7310025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26075" y="-982239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6327" y="-1001965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3248" y="8224316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3720" y="1259042"/>
            <a:ext cx="888627" cy="840156"/>
          </a:xfrm>
          <a:custGeom>
            <a:avLst/>
            <a:gdLst/>
            <a:ahLst/>
            <a:cxnLst/>
            <a:rect r="r" b="b" t="t" l="l"/>
            <a:pathLst>
              <a:path h="840156" w="888627">
                <a:moveTo>
                  <a:pt x="0" y="0"/>
                </a:moveTo>
                <a:lnTo>
                  <a:pt x="888627" y="0"/>
                </a:lnTo>
                <a:lnTo>
                  <a:pt x="888627" y="840156"/>
                </a:lnTo>
                <a:lnTo>
                  <a:pt x="0" y="840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34295" y="2099198"/>
            <a:ext cx="10858005" cy="3386005"/>
          </a:xfrm>
          <a:custGeom>
            <a:avLst/>
            <a:gdLst/>
            <a:ahLst/>
            <a:cxnLst/>
            <a:rect r="r" b="b" t="t" l="l"/>
            <a:pathLst>
              <a:path h="3386005" w="10858005">
                <a:moveTo>
                  <a:pt x="0" y="0"/>
                </a:moveTo>
                <a:lnTo>
                  <a:pt x="10858005" y="0"/>
                </a:lnTo>
                <a:lnTo>
                  <a:pt x="10858005" y="3386005"/>
                </a:lnTo>
                <a:lnTo>
                  <a:pt x="0" y="33860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38034" y="5685228"/>
            <a:ext cx="15040242" cy="319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Es un</a:t>
            </a: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sistema de gestión de aprendizaje (LMS) de código abierto, gratuito y accesible, diseñado para crear, gestionar y distribuir cursos y contenido educativo en línea. Destaca por su enfoque en la accesibilidad, siendo el primero en cumplir los estándares WCAG del World Wide Web Consortium para personas con discapacidades.</a:t>
            </a:r>
            <a:r>
              <a:rPr lang="en-US" b="true" sz="5000">
                <a:solidFill>
                  <a:srgbClr val="333652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814987" y="8838222"/>
            <a:ext cx="888627" cy="840156"/>
          </a:xfrm>
          <a:custGeom>
            <a:avLst/>
            <a:gdLst/>
            <a:ahLst/>
            <a:cxnLst/>
            <a:rect r="r" b="b" t="t" l="l"/>
            <a:pathLst>
              <a:path h="840156" w="888627">
                <a:moveTo>
                  <a:pt x="0" y="0"/>
                </a:moveTo>
                <a:lnTo>
                  <a:pt x="888626" y="0"/>
                </a:lnTo>
                <a:lnTo>
                  <a:pt x="888626" y="840156"/>
                </a:lnTo>
                <a:lnTo>
                  <a:pt x="0" y="840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656854" y="-573746"/>
            <a:ext cx="3204893" cy="320489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6C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44603">
            <a:off x="-1103248" y="7769812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6"/>
                </a:lnTo>
                <a:lnTo>
                  <a:pt x="0" y="2976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006712">
            <a:off x="-994169" y="-1028700"/>
            <a:ext cx="3546209" cy="4114800"/>
          </a:xfrm>
          <a:custGeom>
            <a:avLst/>
            <a:gdLst/>
            <a:ahLst/>
            <a:cxnLst/>
            <a:rect r="r" b="b" t="t" l="l"/>
            <a:pathLst>
              <a:path h="4114800" w="3546209">
                <a:moveTo>
                  <a:pt x="0" y="0"/>
                </a:moveTo>
                <a:lnTo>
                  <a:pt x="3546209" y="0"/>
                </a:lnTo>
                <a:lnTo>
                  <a:pt x="35462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18475" y="307050"/>
            <a:ext cx="14251051" cy="9672901"/>
          </a:xfrm>
          <a:custGeom>
            <a:avLst/>
            <a:gdLst/>
            <a:ahLst/>
            <a:cxnLst/>
            <a:rect r="r" b="b" t="t" l="l"/>
            <a:pathLst>
              <a:path h="9672901" w="14251051">
                <a:moveTo>
                  <a:pt x="0" y="0"/>
                </a:moveTo>
                <a:lnTo>
                  <a:pt x="14251050" y="0"/>
                </a:lnTo>
                <a:lnTo>
                  <a:pt x="14251050" y="9672900"/>
                </a:lnTo>
                <a:lnTo>
                  <a:pt x="0" y="967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69407" y="7689354"/>
            <a:ext cx="3204893" cy="320489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D16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812632" y="2366891"/>
            <a:ext cx="5591967" cy="678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0"/>
              </a:lnSpc>
            </a:pP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Es</a:t>
            </a:r>
            <a:r>
              <a:rPr lang="en-US" sz="5000">
                <a:solidFill>
                  <a:srgbClr val="333652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una colección de cuentos visuales adaptados a pictogramas, diseñada por la organización sin fines de lucro Aprendices Visuales. Se presenta en formato de aplicación interactiva, con el apoyo de la Fundación Orange.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346505" y="-285866"/>
            <a:ext cx="3204893" cy="32048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B6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4006712">
            <a:off x="-744405" y="-791978"/>
            <a:ext cx="3546209" cy="4114800"/>
          </a:xfrm>
          <a:custGeom>
            <a:avLst/>
            <a:gdLst/>
            <a:ahLst/>
            <a:cxnLst/>
            <a:rect r="r" b="b" t="t" l="l"/>
            <a:pathLst>
              <a:path h="4114800" w="3546209">
                <a:moveTo>
                  <a:pt x="0" y="0"/>
                </a:moveTo>
                <a:lnTo>
                  <a:pt x="3546210" y="0"/>
                </a:lnTo>
                <a:lnTo>
                  <a:pt x="35462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302341" y="8010155"/>
            <a:ext cx="3204893" cy="32048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901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699687" y="845344"/>
            <a:ext cx="888627" cy="840156"/>
          </a:xfrm>
          <a:custGeom>
            <a:avLst/>
            <a:gdLst/>
            <a:ahLst/>
            <a:cxnLst/>
            <a:rect r="r" b="b" t="t" l="l"/>
            <a:pathLst>
              <a:path h="840156" w="888627">
                <a:moveTo>
                  <a:pt x="0" y="0"/>
                </a:moveTo>
                <a:lnTo>
                  <a:pt x="888626" y="0"/>
                </a:lnTo>
                <a:lnTo>
                  <a:pt x="888626" y="840156"/>
                </a:lnTo>
                <a:lnTo>
                  <a:pt x="0" y="8401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2376416"/>
            <a:ext cx="10596924" cy="7236185"/>
          </a:xfrm>
          <a:custGeom>
            <a:avLst/>
            <a:gdLst/>
            <a:ahLst/>
            <a:cxnLst/>
            <a:rect r="r" b="b" t="t" l="l"/>
            <a:pathLst>
              <a:path h="7236185" w="10596924">
                <a:moveTo>
                  <a:pt x="0" y="0"/>
                </a:moveTo>
                <a:lnTo>
                  <a:pt x="10596924" y="0"/>
                </a:lnTo>
                <a:lnTo>
                  <a:pt x="10596924" y="7236185"/>
                </a:lnTo>
                <a:lnTo>
                  <a:pt x="0" y="72361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54315" y="-589525"/>
            <a:ext cx="3204893" cy="320489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901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8131" y="8123885"/>
            <a:ext cx="3204893" cy="320489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6C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169122" y="-738418"/>
            <a:ext cx="3204893" cy="32048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6C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848661">
            <a:off x="7606949" y="8123885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7" y="0"/>
                </a:lnTo>
                <a:lnTo>
                  <a:pt x="4263897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848661">
            <a:off x="3608404" y="-1744435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7" y="0"/>
                </a:lnTo>
                <a:lnTo>
                  <a:pt x="4263897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46889" y="245929"/>
            <a:ext cx="13060189" cy="9795142"/>
          </a:xfrm>
          <a:custGeom>
            <a:avLst/>
            <a:gdLst/>
            <a:ahLst/>
            <a:cxnLst/>
            <a:rect r="r" b="b" t="t" l="l"/>
            <a:pathLst>
              <a:path h="9795142" w="13060189">
                <a:moveTo>
                  <a:pt x="0" y="0"/>
                </a:moveTo>
                <a:lnTo>
                  <a:pt x="13060189" y="0"/>
                </a:lnTo>
                <a:lnTo>
                  <a:pt x="13060189" y="9795142"/>
                </a:lnTo>
                <a:lnTo>
                  <a:pt x="0" y="97951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6470" y="2970458"/>
            <a:ext cx="13643445" cy="484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46"/>
              </a:lnSpc>
            </a:pPr>
            <a:r>
              <a:rPr lang="en-US" b="true" sz="17552">
                <a:solidFill>
                  <a:srgbClr val="333652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¡MUCHAS GRACIAS!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866578">
            <a:off x="15127352" y="7769812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6"/>
                </a:lnTo>
                <a:lnTo>
                  <a:pt x="0" y="2976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866578">
            <a:off x="-1103248" y="-1008591"/>
            <a:ext cx="4263897" cy="2976975"/>
          </a:xfrm>
          <a:custGeom>
            <a:avLst/>
            <a:gdLst/>
            <a:ahLst/>
            <a:cxnLst/>
            <a:rect r="r" b="b" t="t" l="l"/>
            <a:pathLst>
              <a:path h="2976975" w="4263897">
                <a:moveTo>
                  <a:pt x="0" y="0"/>
                </a:moveTo>
                <a:lnTo>
                  <a:pt x="4263896" y="0"/>
                </a:lnTo>
                <a:lnTo>
                  <a:pt x="4263896" y="2976975"/>
                </a:lnTo>
                <a:lnTo>
                  <a:pt x="0" y="29769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411821" y="7924215"/>
            <a:ext cx="3204893" cy="320489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901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95294" y="-1122550"/>
            <a:ext cx="3204893" cy="32048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B07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82225" y="479897"/>
            <a:ext cx="3204893" cy="320489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B6F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08894" y="8564703"/>
            <a:ext cx="3204893" cy="320489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D16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72157" y="2411516"/>
            <a:ext cx="888627" cy="840156"/>
          </a:xfrm>
          <a:custGeom>
            <a:avLst/>
            <a:gdLst/>
            <a:ahLst/>
            <a:cxnLst/>
            <a:rect r="r" b="b" t="t" l="l"/>
            <a:pathLst>
              <a:path h="840156" w="888627">
                <a:moveTo>
                  <a:pt x="0" y="0"/>
                </a:moveTo>
                <a:lnTo>
                  <a:pt x="888626" y="0"/>
                </a:lnTo>
                <a:lnTo>
                  <a:pt x="888626" y="840156"/>
                </a:lnTo>
                <a:lnTo>
                  <a:pt x="0" y="840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519663" y="6187551"/>
            <a:ext cx="888627" cy="840156"/>
          </a:xfrm>
          <a:custGeom>
            <a:avLst/>
            <a:gdLst/>
            <a:ahLst/>
            <a:cxnLst/>
            <a:rect r="r" b="b" t="t" l="l"/>
            <a:pathLst>
              <a:path h="840156" w="888627">
                <a:moveTo>
                  <a:pt x="0" y="0"/>
                </a:moveTo>
                <a:lnTo>
                  <a:pt x="888627" y="0"/>
                </a:lnTo>
                <a:lnTo>
                  <a:pt x="888627" y="840156"/>
                </a:lnTo>
                <a:lnTo>
                  <a:pt x="0" y="8401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DAG0naD570A</dc:identifier>
  <dcterms:modified xsi:type="dcterms:W3CDTF">2011-08-01T06:04:30Z</dcterms:modified>
  <cp:revision>1</cp:revision>
  <dc:title>caja de herramienta</dc:title>
</cp:coreProperties>
</file>